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664F4F-2764-4067-837A-B5E2DD9E42A1}">
  <a:tblStyle styleId="{CE664F4F-2764-4067-837A-B5E2DD9E42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c2bc113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4c2bc1139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720578" y="2862262"/>
            <a:ext cx="675084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Pager Rotation Duties in the DevOps Model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395650" y="3424160"/>
            <a:ext cx="540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Abram Denzlinger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July 11, 2026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Assignment 7.2 - CSD380</a:t>
            </a:r>
            <a:endParaRPr sz="1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Need for a New Approach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26527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Bridging Dev &amp; Ops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304323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siloes often led to "throwing code over the wall." Pager rotation duties ensure those who build the software are the ones managing its reliability in production.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287837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Outcome: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Higher code quality, faster feedback, and shared ownership of the product's lifespan.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200" y="2471725"/>
            <a:ext cx="5770624" cy="28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52687"/>
            <a:ext cx="35559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452687"/>
            <a:ext cx="35559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452687"/>
            <a:ext cx="35559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Principles for the On-Call Era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609308" y="3500437"/>
            <a:ext cx="14801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Feedback Loops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890962"/>
            <a:ext cx="296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Rapid detection is the first step toward system improvement.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630793" y="3500437"/>
            <a:ext cx="9301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Swarming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13225" y="3890962"/>
            <a:ext cx="296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Cross-functional teams resolve incidents, not just individuals.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167217" y="3500437"/>
            <a:ext cx="13501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Blamelessness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359675" y="3890962"/>
            <a:ext cx="296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Treating failures as system flaws, not human error.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0800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7955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3701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Designing the Rotation Model</a:t>
            </a:r>
            <a:endParaRPr/>
          </a:p>
        </p:txBody>
      </p:sp>
      <p:graphicFrame>
        <p:nvGraphicFramePr>
          <p:cNvPr id="117" name="Google Shape;117;p16"/>
          <p:cNvGraphicFramePr/>
          <p:nvPr/>
        </p:nvGraphicFramePr>
        <p:xfrm>
          <a:off x="571500" y="2443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{CE664F4F-2764-4067-837A-B5E2DD9E42A1}</a:tableStyleId>
              </a:tblPr>
              <a:tblGrid>
                <a:gridCol w="3601650"/>
                <a:gridCol w="744735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Weekly Rotation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context retention; prevents fatigue.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Follow-the-Sun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teams; removes 3 AM pages.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Shadowing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 path for new engineers.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6"/>
          <p:cNvSpPr/>
          <p:nvPr/>
        </p:nvSpPr>
        <p:spPr>
          <a:xfrm>
            <a:off x="571500" y="3038475"/>
            <a:ext cx="36016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173140" y="3038475"/>
            <a:ext cx="7447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71500" y="3648075"/>
            <a:ext cx="36016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173140" y="3648075"/>
            <a:ext cx="7447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4257675"/>
            <a:ext cx="36016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173140" y="4257675"/>
            <a:ext cx="7447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71500" y="4867275"/>
            <a:ext cx="36016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173140" y="4867275"/>
            <a:ext cx="7447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Combating Alert Fatigue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334125" y="27813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90-Day Audit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334125" y="3171825"/>
            <a:ext cx="528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Noise obscures the signal. Google SRE standards recommend an audit every 90 days—if an alert required no action, delete it.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34088" y="4206875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Distinguish between urgent pages and informational logs.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25" y="1968512"/>
            <a:ext cx="52863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"Coordination Tax" (Handoffs)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952500" y="2767012"/>
            <a:ext cx="1066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Incidents:</a:t>
            </a:r>
            <a:r>
              <a:rPr b="0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Status updates on ongoing fires.</a:t>
            </a:r>
            <a:endParaRPr sz="1900"/>
          </a:p>
        </p:txBody>
      </p:sp>
      <p:sp>
        <p:nvSpPr>
          <p:cNvPr id="141" name="Google Shape;141;p18"/>
          <p:cNvSpPr txBox="1"/>
          <p:nvPr/>
        </p:nvSpPr>
        <p:spPr>
          <a:xfrm>
            <a:off x="952500" y="3214687"/>
            <a:ext cx="1066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Silenced Alerts:</a:t>
            </a:r>
            <a:r>
              <a:rPr b="0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Documentation on why noise was ignored.</a:t>
            </a:r>
            <a:endParaRPr sz="1900"/>
          </a:p>
        </p:txBody>
      </p:sp>
      <p:sp>
        <p:nvSpPr>
          <p:cNvPr id="142" name="Google Shape;142;p18"/>
          <p:cNvSpPr txBox="1"/>
          <p:nvPr/>
        </p:nvSpPr>
        <p:spPr>
          <a:xfrm>
            <a:off x="952500" y="3662362"/>
            <a:ext cx="1066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Upcoming Risks:</a:t>
            </a:r>
            <a:r>
              <a:rPr b="0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Syncing on planned deployments.</a:t>
            </a:r>
            <a:endParaRPr sz="1900"/>
          </a:p>
        </p:txBody>
      </p:sp>
      <p:sp>
        <p:nvSpPr>
          <p:cNvPr id="143" name="Google Shape;143;p18"/>
          <p:cNvSpPr txBox="1"/>
          <p:nvPr/>
        </p:nvSpPr>
        <p:spPr>
          <a:xfrm>
            <a:off x="952500" y="4110037"/>
            <a:ext cx="1066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Sync:</a:t>
            </a:r>
            <a:r>
              <a:rPr b="0" i="0" lang="en-US" sz="1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30-minute weekly meeting is non-negotiable.</a:t>
            </a:r>
            <a:endParaRPr sz="1900"/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09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57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052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15290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Runbooks &amp; Escalation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26527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Checklists, Not Manuals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304323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runbook should get you to "Mitigation" in under 15 minutes. It must include dashboards, commands, and clear escalation paths.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4398962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the primary can't fix it, the path to L2/Manager must be automatic and predefined.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000" y="1979612"/>
            <a:ext cx="52863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Engineering Well-being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2320528" y="2576512"/>
            <a:ext cx="75509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Sustainability = Reliability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2286000" y="3490912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Burnout is the enemy of reliability. By capping pager load and fostering psychological safety, we keep engineers focused and effective.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Key Performance Metrics</a:t>
            </a:r>
            <a:endParaRPr/>
          </a:p>
        </p:txBody>
      </p:sp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01925"/>
            <a:ext cx="52863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01925"/>
            <a:ext cx="52863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962025" y="3092450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What Makes a Good Metric?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6724650" y="3092450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Key Indicators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1057275" y="346392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152525" y="3463925"/>
            <a:ext cx="4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Actionable: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Does it trigger a decision or change?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057275" y="37211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1152525" y="3721100"/>
            <a:ext cx="4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Contextual: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Does it relate to system health?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1057275" y="39782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152525" y="3978275"/>
            <a:ext cx="4314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Fair: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Does it avoid punishing individuals for system-level issues?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819900" y="346392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915150" y="3469175"/>
            <a:ext cx="446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Signal-to-Noise: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Ratio of actionable alerts vs.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noise.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819900" y="37211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915150" y="3745725"/>
            <a:ext cx="4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MTTR (Mean Time to Resolve):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Speed of recovery.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819900" y="39782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932500" y="4022263"/>
            <a:ext cx="4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Off-hours Frequency: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Proxy for systemic fragility.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References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2162175" y="2695575"/>
            <a:ext cx="7867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Conclusion: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healthy rotation model is a dynamic system, evolving alongside your architecture.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581650" y="3543300"/>
            <a:ext cx="102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References: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2828925" y="3876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2924175" y="3876675"/>
            <a:ext cx="672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Kim, G., et al. (2021).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DevOps Handbook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IT Revolution Press.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2828925" y="41338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2924175" y="4133850"/>
            <a:ext cx="672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Beyer, B., et al. (2018).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Site Reliability Engineering Workbook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Google.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2828925" y="4391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2924175" y="4391025"/>
            <a:ext cx="672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Incident.io (2026). "On-call best practices: handoffs, schedules, and alert fatigue."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866775" y="2509837"/>
            <a:ext cx="104586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866775" y="3281362"/>
            <a:ext cx="104586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866775" y="3271837"/>
            <a:ext cx="104586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866775" y="3271837"/>
            <a:ext cx="104586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866775" y="4043362"/>
            <a:ext cx="104586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66775" y="4043362"/>
            <a:ext cx="104586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" y="26527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1962150" y="2659856"/>
            <a:ext cx="936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https://learn.microsoft.com/en-us/azure/devops/organizations/settings/media/agile-tools/agile-tools-team-assets-post-2018.png?view=azure-devops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962150" y="2893218"/>
            <a:ext cx="936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learn.microsoft.com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3424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1962150" y="3431381"/>
            <a:ext cx="9363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https://cdn.sanity.io/images/z7wg6mcy/production-2025/deef8e6ada84a7650d12c576cbfc7b6370c9cf7e-1545x991.png?fm=png&amp;q=100&amp;fit=max&amp;auto=format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962150" y="3664743"/>
            <a:ext cx="936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squaredup.com</a:t>
            </a:r>
            <a:endParaRPr/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1957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1962150" y="4202906"/>
            <a:ext cx="936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https://assets.seobotai.com/undefined/6a1396c95ded517781caa2a4-1779676268449.jpg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962150" y="4436268"/>
            <a:ext cx="936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altersquare.io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